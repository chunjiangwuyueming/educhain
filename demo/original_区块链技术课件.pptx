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区块链技术概论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CS201 数据结构课程讲义</a:t>
            </a:r>
          </a:p>
          <a:p/>
          <a:p>
            <a:r>
              <a:t>区块链是一种去中心化的分布式账本技术，通过密码学方法保证数据的不可篡改性和可追溯性。</a:t>
            </a:r>
          </a:p>
          <a:p>
            <a:r>
              <a:t>每个区块包含前一个区块的哈希值，形成一条链式结构。</a:t>
            </a:r>
          </a:p>
          <a:p>
            <a:r>
              <a:t>共识机制确保网络中的所有节点对账本状态达成一致。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区块链核心特性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去中心化：没有单一控制节点，所有参与节点共同维护账本。</a:t>
            </a:r>
          </a:p>
          <a:p>
            <a:r>
              <a:t>2. 不可篡改：一旦数据写入区块链，修改需要控制超过51%的节点，几乎不可能。</a:t>
            </a:r>
          </a:p>
          <a:p>
            <a:r>
              <a:t>3. 可追溯：所有交易记录永久保存，可逐笔追溯来源和去向。</a:t>
            </a:r>
          </a:p>
          <a:p>
            <a:r>
              <a:t>4. 透明性：所有交易记录对所有参与者可见，保证公开透明。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智能合约与DApp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智能合约是运行在区块链上的自动化程序，可以自动执行预定义的规则和逻辑。</a:t>
            </a:r>
          </a:p>
          <a:p/>
          <a:p>
            <a:r>
              <a:t>以太坊是最广泛使用的智能合约平台，支持去中心化应用（DApp）的开发。</a:t>
            </a:r>
          </a:p>
          <a:p>
            <a:r>
              <a:t>Solidity 是以太坊上最主流的智能合约编程语言。</a:t>
            </a:r>
          </a:p>
          <a:p/>
          <a:p>
            <a:r>
              <a:t>智能合约特点：</a:t>
            </a:r>
          </a:p>
          <a:p>
            <a:r>
              <a:t>- 自动执行，无需第三方信任</a:t>
            </a:r>
          </a:p>
          <a:p>
            <a:r>
              <a:t>- 代码公开，可审计</a:t>
            </a:r>
          </a:p>
          <a:p>
            <a:r>
              <a:t>- 执行结果不可逆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金融服务：跨境支付、供应链金融、数字资产交易。</a:t>
            </a:r>
          </a:p>
          <a:p>
            <a:r>
              <a:t>2. 教育领域：学历认证、学习资料可信分发、学分互认。</a:t>
            </a:r>
          </a:p>
          <a:p>
            <a:r>
              <a:t>3. 医疗健康：病历共享、药品追溯、医保结算。</a:t>
            </a:r>
          </a:p>
          <a:p>
            <a:r>
              <a:t>4. 版权保护：数字内容确权、版权交易、侵权追踪。</a:t>
            </a:r>
          </a:p>
          <a:p>
            <a:r>
              <a:t>5. 物联网：设备身份认证、数据安全传输、自动结算。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